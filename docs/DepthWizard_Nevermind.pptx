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8d84560-6852-5816-e65a-bc5cd26a91f6}">
          <p14:sldIdLst>
            <p14:sldId id="256"/>
          </p14:sldIdLst>
        </p14:section>
        <p14:section name="Problem and solution" id="{0c80bc33-ca09-2836-4288-7784f22b313e}">
          <p14:sldIdLst>
            <p14:sldId id="257"/>
            <p14:sldId id="258"/>
          </p14:sldIdLst>
        </p14:section>
        <p14:section name="Product" id="{e83b4ea2-b170-bf69-b9b9-376b83614df3}">
          <p14:sldIdLst>
            <p14:sldId id="259"/>
          </p14:sldIdLst>
        </p14:section>
        <p14:section name="Technology" id="{7aab7682-4197-667e-416f-28fe607dc107}">
          <p14:sldIdLst>
            <p14:sldId id="260"/>
          </p14:sldIdLst>
        </p14:section>
        <p14:section name="Results" id="{9fd225e4-2756-e5cf-8cb8-4258d8c7bd3a}">
          <p14:sldIdLst>
            <p14:sldId id="261"/>
            <p14:sldId id="262"/>
          </p14:sldIdLst>
        </p14:section>
        <p14:section name="Close" id="{01606829-0fff-dc9b-a30f-71b9c4a695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DepthWizard  |  Team Nevermind (IT26-1783)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DepthWizard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One satellite image in, a measurable 3D twin out. Raise the river, see who floods, send people to safety.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Category 1: Smart Solutions, Smarter Society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Team Nevermind (IT26-1783)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Mohd Sarfaraz (Team Leader), Prayas Kumarsingh, Yasharth Singh Solanki, Garima Singh, Ayushi Manav</a:t>
            </a:r>
            <a:endParaRPr lang="en-US" sz="1500" dirty="0"/>
          </a:p>
        </p:txBody>
      </p:sp>
      <p:pic>
        <p:nvPicPr>
          <p:cNvPr id="6" name="Image 0" descr="flo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920240"/>
            <a:ext cx="420624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When the river rises, control rooms fly blind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Which streets go under water?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15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many people are in those buildings?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858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Where should they go?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66560" y="1463040"/>
            <a:ext cx="48463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169164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Today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3D city models need LiDAR or stereo imagery: costly and slow to commission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Most flood-prone Indian towns have none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town does have satellite imagery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Same gap for planners: no 3D model means no rooftop-solar or building inventory either.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image to a decision-ready 3D twin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Pick any place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Map search or upload a drone / satellite image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AI reconstructs 3D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1089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Depth Anything V2 estimates building shapes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Anchor to reality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089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Real terrain (SRTM) + OpenStreetMap heights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155448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Decide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1089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Flood impact, evacuation, slopes, solar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All free: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Esri imagery, AWS terrain, OpenStreetMap, open-source AI, local LLM. No API keys. Runs on a laptop.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it does</a:t>
            </a:r>
            <a:endParaRPr lang="en-US" sz="3600" dirty="0"/>
          </a:p>
        </p:txBody>
      </p:sp>
      <p:pic>
        <p:nvPicPr>
          <p:cNvPr id="3" name="Image 0" descr="chenn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5216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20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Chennai, Adyar: water raised 3 m. Blue = river, brown = new floodwater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766560" y="1444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371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Flood simulation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River, storm surge, cloudburst or breach; water flows only where it can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2221992"/>
            <a:ext cx="292608" cy="2926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2376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Impact report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468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Buildings reached, depth at each door, people on flooded floors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299923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0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Evacuation points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246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Dry open ground and tall rooftops, ranked by height above water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66560" y="377647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23760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Smart-city tools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4023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Real shadows, rooftop solar per building, slope hazard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766560" y="455371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23760" y="4480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copilot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4800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Plain English; free local LLM picks actions, code computes numbers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766560" y="533095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Exports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5577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Printable brief, phone AR, 3D print, GIS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Depth AI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Depth Anything V2 (PyTorch); fake perspective tilt removed by morphological opening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 scale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SRTM terrain + OpenStreetMap height tags, validated on held-out buildings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Water detection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66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Colour, texture, flatness and terrain cues find rivers; they become the flood source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9718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Analytics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566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Connected flood fill, watershed building segmentation, NOAA sun, ray-marched shadows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Copilot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66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Ollama qwen2.5:3b (free, local); outputs actions only, so no made-up numbers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45720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Stack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5166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Python, FastAPI, NumPy/SciPy | Three.js, Leaflet, model-viewer | 37 tests in CI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Measured, not claimed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139/139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buildings found on a test town with known heights (1 m error)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691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buildings and about 660 people flooded at +3 m on the Adyar, Chennai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 1.2 km scene on a CPU laptop; flood report in 23 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691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±50%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honest height error on Manhattan skyscrapers, shown in the app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We validate on OpenStreetMap buildings never used for calibration, so the accuracy number is independent, not circular.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Impact and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Who uses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SDMA / DDMA flood control rooms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Municipal planners and solar programmes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Relief NGOs and field teams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Why it scales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Any town with satellite imagery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Zero data or licence cost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Laptop-only, works offline once built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463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35508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167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Land-cover AI to separate trees from roofs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30815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ISRO CartoDEM terrain instead of 30 m SRTM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9959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Time-based rainfall and runoff model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910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Live river-gauge feeds and WorldPop population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Any town. One image. Today.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Live demo: Chennai flood, evacuation points, copilot, impact brief, phone AR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463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Thank you. Team Nevermind (IT26-1783)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Mohd Sarfaraz (Team Leader), Prayas Kumarsingh, Yasharth Singh Solanki, Garima Singh, Ayushi Manav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Wizard">
  <a:themeElements>
    <a:clrScheme name="DepthWizard">
      <a:dk1>
        <a:srgbClr val="0F1B2D"/>
      </a:dk1>
      <a:lt1>
        <a:srgbClr val="FFFFFF"/>
      </a:lt1>
      <a:dk2>
        <a:srgbClr val="1D3150"/>
      </a:dk2>
      <a:lt2>
        <a:srgbClr val="EEF2F7"/>
      </a:lt2>
      <a:accent1>
        <a:srgbClr val="FFB000"/>
      </a:accent1>
      <a:accent2>
        <a:srgbClr val="2FA8E0"/>
      </a:accent2>
      <a:accent3>
        <a:srgbClr val="3CC48A"/>
      </a:accent3>
      <a:accent4>
        <a:srgbClr val="E4572E"/>
      </a:accent4>
      <a:accent5>
        <a:srgbClr val="B0185E"/>
      </a:accent5>
      <a:accent6>
        <a:srgbClr val="93A4BA"/>
      </a:accent6>
      <a:hlink>
        <a:srgbClr val="2FA8E0"/>
      </a:hlink>
      <a:folHlink>
        <a:srgbClr val="93A4BA"/>
      </a:folHlink>
    </a:clrScheme>
    <a:fontScheme name="DepthWiz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DepthWizard - Team Nevermind</dc:title>
  <dc:subject>PptxGenJS Presentation</dc:subject>
  <dc:creator>PptxGenJS</dc:creator>
  <cp:lastModifiedBy>PptxGenJS</cp:lastModifiedBy>
  <cp:revision>1</cp:revision>
  <dcterms:created xsi:type="dcterms:W3CDTF">2026-10-22T20:22:09Z</dcterms:created>
  <dcterms:modified xsi:type="dcterms:W3CDTF">2026-10-22T20:22:09Z</dcterms:modified>
</cp:coreProperties>
</file>